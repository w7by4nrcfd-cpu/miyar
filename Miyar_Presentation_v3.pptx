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مِعيار لا يتحقق من نص واحد، بل يختبر المساعد الذكي كنظام قبل أن يصل إلى المستفيد، ثم يصدر قرار نشر أو منع. كل رقم في هذا العرض منسوخ من ملفات المستودع العام ومعه مقامه.</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الحزمة العلمية للتحدي تحدد أخطاء متوقعة من المساعد: اختلاق حديث، ونقل آية محرّفة، والفتوى في واقعة شخصية. والأدوات المعتادة تفحص نصاً واحداً، ولا تقول هل هذه النسخة من المساعد صالحة للنشر.</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مِعيار يطرح على المساعد مجموعة أسئلة موسومة بالمستويات A–D من الحزمة، ويتحقق من إسناداته وسلوكه. ثم يقارن نسختين ويصدر قرار بوابة بقاعدة مكتوبة.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النموذج اللغوي يجيب ويستخرج الإسناد ويحكم على السلوك، أما مطابقة الآيات والأحاديث فبرمجية حرفية بلا نموذج. وما دون عتبة الثقة 0.75 يُحال إلى مراجعة بشرية ولا يصدر فيه حكم آلي.</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المساعد المُختبَر gemini-3.5-flash-lite، والحَكَم والمستخرِج نموذج مختلف عمداً هو openai/gpt-oss-120b عبر Groq. ومِعيار لا يولّد آية ولا حديثاً ولا حكماً، والموقع ثابت على Cloudflare Workers يعرض نتائج محفوظة.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نص القرآن من Quranpedia بنسخة 2026-10-01 ويُطابق حرفياً، والأحاديث من ملف يدوي فيه 8 مدخلات مكتملة من 9 بروابط الدرر السنية. وما لا مدخل له يُحكم «يحتاج تحقق» لا «خاطئ».</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وrag يستخدمان النموذج نفسه، والفرق أن rag يبحث في المصادر المعتمدة فقط. والمقارنة تميل لصالح rag لأن مدخلات الأحاديث أُعدّت للحالات نفسها، فلا يُستدل بها على أن أحدهما أفضل.</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أربع جولات رسمية مكتملة على 12 حالة: ثلاث لـ baseline وواحدة لـ rag. وكل عمود معه عدد الحالات المحتسبة، لأن الحالات المُحالة إلى مراجعة بشرية لا تدخل الدرجة.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منعت البوابة rag-2 مقابل baseline-3 لأن المستوى A نزل إلى 83.3 مقابل 100.0، والمستوى B إلى 54.0 مقابل 54.3، ومنعته أيضاً مقابل الجولتين الأخريين. والكليتان غير متكافئتين (12 مقابل 9 محتسبة)، والثابت فقط أن rag-2 لم يستوفِ شروط البوابة.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48 إجابة استخرج مِعيار 46 استشهاداً: أيّد 20 آية بمطابقة حرفية، وحكم على 3 بأن نصها يختلف عن الموضع المذكور. والأحاديث الـ15 كلها «يحتاج تحقق»، وهذا لا يعني أنها خاطئة.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Gold Set تحقق نصي للآيات فقط أجراه صاحب المشروع بعد أن رأى الأحكام، فهو غير مستقل وليس مراجعة شرعية. والمراجعة الشرعية الوحيدة لحالة OFF-06 أجراها قريب لصاحب المشروع، وما لم يُقَس مُعلن.</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هذه لقطات من ملفات الموقع الحي كما هي، وإعادة العرض تعرض تشغيلاً رسمياً محفوظاً وليست تشغيلاً حياً. والموقع لا يستدعي أي نموذج من المتصفح.</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أرقام التسليم من 12 حالة فقط، ولـ rag جولة مكتملة واحدة، ولا مراجعة شرعية مستقلة. والحكم الآلي مساعد للمراجعة البشرية لا بديل عنها.</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الموقع يعرض نتائج محفوظة فلا كلفة نموذج لكل زيارة، والوضع الافتراضي cached لا يستدعي أي نموذج. والمتوسطات من السجلات المخزّنة، ولم نكتب رقم كلفة لأننا لم نتحقق من السعر.</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أول ما يلزم مراجع شرعي مستقل، وإكمال الأحاديث، وجولات rag إضافية لقياس ثباته. ثم قياس النفع والزمن بالبروتوكول المكتوب، ووحدة Red Teaming.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الموقع الحي والمستودع العام متاحان للتحكيم، وكل رقم في العرض يمكن تتبّعه إلى ملفه. مِعيار أداة مدعومة بالذكاء الاصطناعي لا تُصدر فتاوى.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4.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5.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6.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